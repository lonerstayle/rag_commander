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g_1762145465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g_1762145465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g_1762145466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g_1762145466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g_1762145468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g_1762145468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g_1762145469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g_1762145469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g_1762145470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g_1762145470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g_176214547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g_176214547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사업환경 분석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BLUF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핵심 인사이트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핵심 인사이트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입주물량 추이(최근 10년)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주요 지표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입지 개요(역삼동)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1270000" y="1016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현장 이미지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1270000" y="2032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